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6" r:id="rId10"/>
    <p:sldId id="271" r:id="rId11"/>
    <p:sldId id="263" r:id="rId12"/>
    <p:sldId id="264" r:id="rId13"/>
    <p:sldId id="265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F1 Score by Scheme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98-45E6-AF9B-A47AD26CFA26}"/>
              </c:ext>
            </c:extLst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98-45E6-AF9B-A47AD26CFA26}"/>
              </c:ext>
            </c:extLst>
          </c:dPt>
          <c:dPt>
            <c:idx val="2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98-45E6-AF9B-A47AD26CFA26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98-45E6-AF9B-A47AD26CFA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IGNOAPS</c:v>
                </c:pt>
                <c:pt idx="1">
                  <c:v>IGNWPS</c:v>
                </c:pt>
                <c:pt idx="2">
                  <c:v>IGNDPS</c:v>
                </c:pt>
                <c:pt idx="3">
                  <c:v>Overall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89</c:v>
                </c:pt>
                <c:pt idx="2">
                  <c:v>94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98-45E6-AF9B-A47AD26CFA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82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rusername/NSAP-Eligibility-Predicto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University Engagement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"Predicting NSAP Scheme Eligibility using Machine Learning"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– NSAP Eligibility Predictor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of Project – Government / Social Welfare 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854532"/>
              </p:ext>
            </p:extLst>
          </p:nvPr>
        </p:nvGraphicFramePr>
        <p:xfrm>
          <a:off x="365760" y="1508760"/>
          <a:ext cx="8412480" cy="1524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none" strike="noStrike" cap="none" dirty="0">
                          <a:solidFill>
                            <a:schemeClr val="bg1"/>
                          </a:solidFill>
                        </a:rPr>
                        <a:t>Recent Passport Photo</a:t>
                      </a:r>
                    </a:p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Diksha Phartyal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phartyaldiksha05@gmail.com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9568646077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8702B4-06F7-BEBA-98B7-98B176FC7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001" y="2097441"/>
            <a:ext cx="627724" cy="811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NSAP Eligibility Predictor (No. 34)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Social Assistance Programme (NSAP) provides financial aid to elderly, widows, and disabled persons from BPL households. Manually verifying and assigning the correct scheme is time-consuming and error-prone, leading to delayed or incorrect benefit allocation.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that automatically predicts the most appropriate NSAP scheme for a beneficiary based on demographic and socio-economic data. The solution should: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 beneficiaries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IGNOAPS, IGNWPS, IGNDPS, or NFBS schemes based on age, disability, gender, income, and BPL status.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errors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welfare scheme assignment using AI-driven predictions.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real-time eligibility dashboard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analytics for government officials.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 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ML + FastAPI + React + IBM Watson Studio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— REST API server for ML model inference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Studio — Model training, evaluation &amp;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Scikit-learn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— Interactive eligibility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Data charts, analytics, state-wise breakdowns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Database/Data: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Kosh (Government of India) — District-wise NSAP pension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— Frontend-to-backend communication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+ FAISS (for future RAG enhancement)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–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4114800" cy="21945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Kosh — District-wise NSAP Pension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district-wise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Watson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Per-Scheme Performance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4023360" cy="16916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IGNWPS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IGNDPS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Chart 0"/>
          <p:cNvGraphicFramePr/>
          <p:nvPr/>
        </p:nvGraphicFramePr>
        <p:xfrm>
          <a:off x="365760" y="3063240"/>
          <a:ext cx="84124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NSAP Schemes Covered 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09828"/>
            <a:ext cx="84124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109728" cy="8686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0592" y="100050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889333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IGNOAPS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8040" y="1100013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 Gandhi National Old Age Pension Scheme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Beneficiary: Elderly BPL citizens (60+ years)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109728" cy="8686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768" y="1891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IGNWPS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7768" y="20844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 Gandhi National Widow Pension Scheme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040" y="1745585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1874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3042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Beneficiary: Widows from BPL families (40-79 years)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109728" cy="868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768" y="2898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IGNDPS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9077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880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790" y="31089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 Gandhi National Disability Pension Scheme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Beneficiary: Severely/multiple disabled persons from BPL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40480"/>
            <a:ext cx="109728" cy="8686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768" y="3913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NFBS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7768" y="4114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Family Benefit Scheme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3886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Beneficiary: On death of primary breadwinner (18-59 years)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NSAP Welfare Recommendation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 is a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Learning-powered eligibility prediction system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using Python, FastAPI, React, and IBM Watson Studio. It automatically classifies NSAP beneficiaries into the correct welfare scheme based on demographic and socio-economic features.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Inference Engine: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beneficiary details (age, income, disability %, BPL status); Random Forest model predicts the most suitable scheme with confidence score.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Command Center showing 12.4M+ beneficiaries, state-wise distribution, Aadhaar linking progress, fraud detection, and scheme breakdown.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14553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Panel: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 panel highlights duplicate beneficiary risk (2.8%), active fraud alerts, unusual district spikes, and AI confidence scores.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7124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language support integrated across UI sections for wider accessibility.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2793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district-wise records from AI Kosh (Government of India) with 16 features including state, district, gender, category, and digital inclusion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Langflow Workflow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Multi-agent AI pipeline: Chat Input → NSAP Eligibility Agent → Prediction Engine → Chat Output with scheme recommendation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058136" y="1188720"/>
            <a:ext cx="3027727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 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137160" cy="8686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+ TypeScript)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Dashboard.tsx, App.tsx, Recharts visualizations, Axios API calls, Multilingual UI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137160" cy="8686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(FastAPI + Python)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REST endpoint /predict, Input validation, JSON response with scheme + confidence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137160" cy="868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 (IBM Watson Studio)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Classifier, nsap_model.pkl + label_encoder.pkl, 95% accuracy on NSAP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840480"/>
            <a:ext cx="137160" cy="8686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(AI Kosh)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district-wise NSAP records, 16 features: state, district, gender, BPL, disability, digital inclusion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User Input → FastAPI /predict → Random Forest Model → Scheme + Confidence → React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Architecture Blueprint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Calibri"/>
              </a:rPr>
              <a:t>End-to-end: Data Pipeline → IBM Watson Studio → Random Forest Model → FastAPI Backend → React Dashboard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95798" y="1188720"/>
            <a:ext cx="4552404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– Predictive Inference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beneficiary recommendation with real-time eligibility prediction and confidence scoring</a:t>
            </a:r>
            <a:endParaRPr lang="en-US" sz="1300" dirty="0"/>
          </a:p>
        </p:txBody>
      </p:sp>
      <p:pic>
        <p:nvPicPr>
          <p:cNvPr id="4" name="Image 0" descr="/home/claude/img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– NSAP AI Command Center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analytics: 12.4M beneficiaries tracked, 8.7M eligible citizens, 94% Aadhaar-linked, 1.1M disability support cases</a:t>
            </a:r>
            <a:endParaRPr lang="en-US" sz="1300" dirty="0"/>
          </a:p>
        </p:txBody>
      </p:sp>
      <p:pic>
        <p:nvPicPr>
          <p:cNvPr id="4" name="Image 0" descr="/home/claude/img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– State-wise Analytics &amp; Charts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beneficiary distribution, Aadhaar validation progress, scheme breakdown, and community support analysis</a:t>
            </a:r>
            <a:endParaRPr lang="en-US" sz="1300" dirty="0"/>
          </a:p>
        </p:txBody>
      </p:sp>
      <p:pic>
        <p:nvPicPr>
          <p:cNvPr id="4" name="Image 0" descr="/home/claude/img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and Uniqueness 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Eligibility Prediction: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with 95% accuracy automatically assigns the correct NSAP scheme — eliminating manual errors in BPL benefit allocation.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4904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Studio Integration: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and evaluated on IBM's enterprise AI platform, ensuring governance, reproducibility, and production-grade reliability.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15798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&amp; Anomaly Detection: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Panel flags duplicate beneficiary risks (2.8%), fraud alert events, and unusual district spikes in real time.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82549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Institutional Dashboard: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analytics platform showing 12.4M+ national beneficiaries with state-wise charts, Aadhaar validation progress, and scheme breakdowns.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4930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 Source: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Kosh (official Government of India dataset) for authentic, policy-aligned training data.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Accessibility: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UI support makes the system accessible to rural government officials and beneficiaries.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 &amp; Dataset 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test and paste the working GitHub URL: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/>
              <a:t> </a:t>
            </a:r>
            <a:r>
              <a:rPr lang="en-US" sz="1300" dirty="0">
                <a:hlinkClick r:id="rId3"/>
              </a:rPr>
              <a:t>https://github.com/phartyaldiksha05-ux/Predicting-NSAP-Scheme-Eligibility-using-ML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Kosh — Government of India Open Data Platform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https://aikosh.indiaai.gov.in/web/datasets/details/district_wise_pension_data_under_the_national_social_assistance_programme_nsap_1.html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district-wise pension records  | 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 (state, district, gender, category, digital inclusion, BPL status, disability %)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Thank you for your time and interest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1112</Words>
  <Application>Microsoft Office PowerPoint</Application>
  <PresentationFormat>On-screen Show (16:9)</PresentationFormat>
  <Paragraphs>145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NSAP Eligibility Predictor - IBM SkillsBuild</dc:title>
  <dc:subject>PptxGenJS Presentation</dc:subject>
  <dc:creator>PptxGenJS</dc:creator>
  <cp:lastModifiedBy>HP</cp:lastModifiedBy>
  <cp:revision>5</cp:revision>
  <dcterms:created xsi:type="dcterms:W3CDTF">2026-06-05T00:14:19Z</dcterms:created>
  <dcterms:modified xsi:type="dcterms:W3CDTF">2026-06-05T11:31:46Z</dcterms:modified>
</cp:coreProperties>
</file>